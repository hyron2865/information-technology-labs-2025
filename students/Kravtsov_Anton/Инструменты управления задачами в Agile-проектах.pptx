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8DAD7-B1E1-4888-B6BB-113FFDA7C4F5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8C0F7-E991-4AC8-A9E2-87432408A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5887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8DAD7-B1E1-4888-B6BB-113FFDA7C4F5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8C0F7-E991-4AC8-A9E2-87432408A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159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198DAD7-B1E1-4888-B6BB-113FFDA7C4F5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38C0F7-E991-4AC8-A9E2-87432408A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1700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8DAD7-B1E1-4888-B6BB-113FFDA7C4F5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8C0F7-E991-4AC8-A9E2-87432408A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3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8DAD7-B1E1-4888-B6BB-113FFDA7C4F5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8C0F7-E991-4AC8-A9E2-87432408A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8359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8DAD7-B1E1-4888-B6BB-113FFDA7C4F5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8C0F7-E991-4AC8-A9E2-87432408A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9324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8DAD7-B1E1-4888-B6BB-113FFDA7C4F5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8C0F7-E991-4AC8-A9E2-87432408A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424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8DAD7-B1E1-4888-B6BB-113FFDA7C4F5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8C0F7-E991-4AC8-A9E2-87432408A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7900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8DAD7-B1E1-4888-B6BB-113FFDA7C4F5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8C0F7-E991-4AC8-A9E2-87432408A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3938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8DAD7-B1E1-4888-B6BB-113FFDA7C4F5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8C0F7-E991-4AC8-A9E2-87432408A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809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D198DAD7-B1E1-4888-B6BB-113FFDA7C4F5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EF38C0F7-E991-4AC8-A9E2-87432408A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062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D198DAD7-B1E1-4888-B6BB-113FFDA7C4F5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EF38C0F7-E991-4AC8-A9E2-87432408A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7188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A71C5E-B9DE-4162-99FD-BAECA2E29D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Инструменты управления задачами в </a:t>
            </a:r>
            <a:r>
              <a:rPr lang="ru-R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Agile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-проектах</a:t>
            </a:r>
            <a:endParaRPr lang="ru-RU" sz="8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ECDFE90-06EA-439C-923E-47430FBF4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Выполнил студент группы ИС-23</a:t>
            </a:r>
          </a:p>
          <a:p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Кравцо</a:t>
            </a:r>
            <a:r>
              <a:rPr lang="ru-RU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Антон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4874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B0A3E5-193D-4432-A695-2F15E0DD6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/>
              <a:t>Agile</a:t>
            </a:r>
            <a:endParaRPr lang="ru-RU" sz="7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3F7AB5-4BE7-4313-8DDC-2E053C4CEC6F}"/>
              </a:ext>
            </a:extLst>
          </p:cNvPr>
          <p:cNvSpPr txBox="1"/>
          <p:nvPr/>
        </p:nvSpPr>
        <p:spPr>
          <a:xfrm>
            <a:off x="85725" y="2360813"/>
            <a:ext cx="99822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Agile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– набор гибких инструментов для управления проектами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36CBA9-1029-47A3-ACC3-52D45CDF3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561208"/>
            <a:ext cx="121158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Основной фокус: визуализация работы, быстрые изменения, командное взаимодействие.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E138AC-23A6-4E31-82C4-F76309E8C1D1}"/>
              </a:ext>
            </a:extLst>
          </p:cNvPr>
          <p:cNvSpPr txBox="1"/>
          <p:nvPr/>
        </p:nvSpPr>
        <p:spPr>
          <a:xfrm>
            <a:off x="95249" y="4811491"/>
            <a:ext cx="118967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Agile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используются специальные инструменты: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Jira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Trello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Asana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ClickUp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7562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74214F12-CABD-4C06-B92A-E3090C252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 err="1"/>
              <a:t>jira</a:t>
            </a:r>
            <a:endParaRPr lang="ru-RU" sz="7200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1A4F5C2-BEC9-4DC4-9198-4A25AC5E2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121" y="2250849"/>
            <a:ext cx="1187767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Профессиональный инструмент для IT-команд.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Поддержка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Scrum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Kanban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«из коробки».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Спринты,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backlog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эпики, диаграммы, автоматизация.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Подходит для крупных проектов.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Сложнее в освоении.</a:t>
            </a:r>
          </a:p>
        </p:txBody>
      </p:sp>
    </p:spTree>
    <p:extLst>
      <p:ext uri="{BB962C8B-B14F-4D97-AF65-F5344CB8AC3E}">
        <p14:creationId xmlns:p14="http://schemas.microsoft.com/office/powerpoint/2010/main" val="3774132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9879BE-E85C-499C-AAE3-4FE5485A1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665" y="-238125"/>
            <a:ext cx="12703839" cy="735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412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9FF284A-118B-4C8B-A881-3E00C839B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/>
              <a:t>Trello</a:t>
            </a:r>
            <a:endParaRPr lang="ru-RU" sz="7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EE97F3-8FE7-405A-98C5-FE79A1E8D8E1}"/>
              </a:ext>
            </a:extLst>
          </p:cNvPr>
          <p:cNvSpPr txBox="1"/>
          <p:nvPr/>
        </p:nvSpPr>
        <p:spPr>
          <a:xfrm>
            <a:off x="0" y="2569339"/>
            <a:ext cx="119443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Простая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Kanban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-доска на основе карточек.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Идеальна для учебных и небольших проектов.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Поддерживает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Scrum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Kanban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через списки и автоматизацию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Butler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Простая, но функционал ограничен.</a:t>
            </a:r>
          </a:p>
        </p:txBody>
      </p:sp>
    </p:spTree>
    <p:extLst>
      <p:ext uri="{BB962C8B-B14F-4D97-AF65-F5344CB8AC3E}">
        <p14:creationId xmlns:p14="http://schemas.microsoft.com/office/powerpoint/2010/main" val="2718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99694A-F26A-4400-A4D3-745EA7D64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889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234C503-8488-4606-93B6-21906F2E7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 err="1"/>
              <a:t>ASAna</a:t>
            </a:r>
            <a:endParaRPr lang="ru-RU" sz="7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8D0FF7-4C1C-412F-B691-199C33679A22}"/>
              </a:ext>
            </a:extLst>
          </p:cNvPr>
          <p:cNvSpPr txBox="1"/>
          <p:nvPr/>
        </p:nvSpPr>
        <p:spPr>
          <a:xfrm>
            <a:off x="0" y="2569339"/>
            <a:ext cx="119443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Удобный интерфейс и фокус на командной работе.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Есть списки, доски, календарь,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таймлайн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Поддерживает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Scrum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- и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Kanban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-доски.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Меньше возможностей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Agile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 чем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Jira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 но больше чем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Trello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2208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ADE52C-E0B0-4DFC-A85E-D0379F57D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4734" y="-101799"/>
            <a:ext cx="12610042" cy="709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746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11467DF-214D-47E7-A317-1F40710E6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 err="1"/>
              <a:t>Clickup</a:t>
            </a:r>
            <a:endParaRPr lang="ru-RU" sz="7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48E30B-67DD-45EF-AA0E-F023C93F7B8E}"/>
              </a:ext>
            </a:extLst>
          </p:cNvPr>
          <p:cNvSpPr txBox="1"/>
          <p:nvPr/>
        </p:nvSpPr>
        <p:spPr>
          <a:xfrm>
            <a:off x="0" y="2569339"/>
            <a:ext cx="119443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Универсальная платформа «всё в одном».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Спринты, Story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Points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 диаграммы,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Kanban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-статусы.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Сильная кастомизация, гибкость.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Может казаться перегруженной.</a:t>
            </a:r>
          </a:p>
        </p:txBody>
      </p:sp>
    </p:spTree>
    <p:extLst>
      <p:ext uri="{BB962C8B-B14F-4D97-AF65-F5344CB8AC3E}">
        <p14:creationId xmlns:p14="http://schemas.microsoft.com/office/powerpoint/2010/main" val="2227593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273413-BBEF-42FC-B924-878246860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194"/>
            <a:ext cx="12192000" cy="688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340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CE1C0F5-2E3F-4138-8951-0FCA93162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Scrum: </a:t>
            </a:r>
            <a:r>
              <a:rPr lang="ru-RU" sz="4000" dirty="0"/>
              <a:t>возможности инструментов</a:t>
            </a:r>
            <a:endParaRPr lang="ru-RU" sz="7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23E11F-D022-4EC4-9DF3-32A6428FE67B}"/>
              </a:ext>
            </a:extLst>
          </p:cNvPr>
          <p:cNvSpPr txBox="1"/>
          <p:nvPr/>
        </p:nvSpPr>
        <p:spPr>
          <a:xfrm>
            <a:off x="0" y="2569339"/>
            <a:ext cx="119443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Jira: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полноценный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Scrum (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спринты,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velocity, burndown chart).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ClickUp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встроенная поддержка спринтов и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Story Points.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Asana: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спринты через списки и секции.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Trello: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спринты можно настроить вручную через списки,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чеклисты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и автоматизацию.</a:t>
            </a:r>
          </a:p>
        </p:txBody>
      </p:sp>
    </p:spTree>
    <p:extLst>
      <p:ext uri="{BB962C8B-B14F-4D97-AF65-F5344CB8AC3E}">
        <p14:creationId xmlns:p14="http://schemas.microsoft.com/office/powerpoint/2010/main" val="366020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CE1C0F5-2E3F-4138-8951-0FCA93162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Kanban</a:t>
            </a:r>
            <a:r>
              <a:rPr lang="en-US" sz="4000" dirty="0"/>
              <a:t>: </a:t>
            </a:r>
            <a:r>
              <a:rPr lang="ru-RU" sz="4000" dirty="0"/>
              <a:t>возможности инструментов</a:t>
            </a:r>
            <a:endParaRPr lang="ru-RU" sz="7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23E11F-D022-4EC4-9DF3-32A6428FE67B}"/>
              </a:ext>
            </a:extLst>
          </p:cNvPr>
          <p:cNvSpPr txBox="1"/>
          <p:nvPr/>
        </p:nvSpPr>
        <p:spPr>
          <a:xfrm>
            <a:off x="0" y="2569339"/>
            <a:ext cx="119443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Trello: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идеальная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Kanban-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доска по умолчанию.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Jira: Kanban-workflow + WIP-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лимиты + аналитика.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ClickUp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настраиваемые статусы и автоматизация.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Asana: Kanban-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режим через доски.</a:t>
            </a:r>
          </a:p>
        </p:txBody>
      </p:sp>
    </p:spTree>
    <p:extLst>
      <p:ext uri="{BB962C8B-B14F-4D97-AF65-F5344CB8AC3E}">
        <p14:creationId xmlns:p14="http://schemas.microsoft.com/office/powerpoint/2010/main" val="1811778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A71C5E-B9DE-4162-99FD-BAECA2E29D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Инструменты управления задачами в </a:t>
            </a:r>
            <a:r>
              <a:rPr lang="ru-R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Agile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-проектах</a:t>
            </a:r>
            <a:endParaRPr lang="ru-RU" sz="8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ECDFE90-06EA-439C-923E-47430FBF4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Выполнил студент группы ИС-23</a:t>
            </a:r>
          </a:p>
          <a:p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Кравцо</a:t>
            </a:r>
            <a:r>
              <a:rPr lang="ru-RU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Антон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74016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каймление">
  <a:themeElements>
    <a:clrScheme name="Окаймление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Окаймление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Окаймлени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TM03090430[[fn=Окаймление]]</Template>
  <TotalTime>121</TotalTime>
  <Words>262</Words>
  <Application>Microsoft Office PowerPoint</Application>
  <PresentationFormat>Широкоэкранный</PresentationFormat>
  <Paragraphs>60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Corbel</vt:lpstr>
      <vt:lpstr>Times New Roman</vt:lpstr>
      <vt:lpstr>Wingdings</vt:lpstr>
      <vt:lpstr>Окаймление</vt:lpstr>
      <vt:lpstr>Инструменты управления задачами в Agile-проектах</vt:lpstr>
      <vt:lpstr>Agile</vt:lpstr>
      <vt:lpstr>jira</vt:lpstr>
      <vt:lpstr>Презентация PowerPoint</vt:lpstr>
      <vt:lpstr>Trello</vt:lpstr>
      <vt:lpstr>Презентация PowerPoint</vt:lpstr>
      <vt:lpstr>ASAna</vt:lpstr>
      <vt:lpstr>Презентация PowerPoint</vt:lpstr>
      <vt:lpstr>Clickup</vt:lpstr>
      <vt:lpstr>Презентация PowerPoint</vt:lpstr>
      <vt:lpstr>Scrum: возможности инструментов</vt:lpstr>
      <vt:lpstr>Kanban: возможности инструментов</vt:lpstr>
      <vt:lpstr>Инструменты управления задачами в Agile-проектах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Инструменты управления задачами в Agile-проектах</dc:title>
  <dc:creator>Антон Кравцов</dc:creator>
  <cp:lastModifiedBy>Антон Кравцов</cp:lastModifiedBy>
  <cp:revision>8</cp:revision>
  <dcterms:created xsi:type="dcterms:W3CDTF">2025-12-02T08:54:37Z</dcterms:created>
  <dcterms:modified xsi:type="dcterms:W3CDTF">2025-12-02T10:56:23Z</dcterms:modified>
</cp:coreProperties>
</file>